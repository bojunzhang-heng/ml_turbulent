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70" r:id="rId5"/>
    <p:sldId id="273" r:id="rId6"/>
    <p:sldId id="274" r:id="rId7"/>
    <p:sldId id="269" r:id="rId8"/>
    <p:sldId id="275" r:id="rId9"/>
    <p:sldId id="278" r:id="rId10"/>
    <p:sldId id="279" r:id="rId11"/>
    <p:sldId id="281" r:id="rId12"/>
    <p:sldId id="283" r:id="rId13"/>
    <p:sldId id="286" r:id="rId14"/>
    <p:sldId id="284" r:id="rId15"/>
  </p:sldIdLst>
  <p:sldSz cx="12192000" cy="6858000"/>
  <p:notesSz cx="7103745" cy="1023429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7B3"/>
    <a:srgbClr val="003F43"/>
    <a:srgbClr val="2B74CB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47" d="100"/>
          <a:sy n="147" d="100"/>
        </p:scale>
        <p:origin x="748" y="88"/>
      </p:cViewPr>
      <p:guideLst>
        <p:guide orient="horz" pos="219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5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5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2065" y="6311900"/>
            <a:ext cx="12299950" cy="546100"/>
          </a:xfrm>
          <a:prstGeom prst="rect">
            <a:avLst/>
          </a:prstGeom>
          <a:solidFill>
            <a:srgbClr val="2BB7B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LOGO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858375" y="5788025"/>
            <a:ext cx="2429510" cy="1717040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0" y="982345"/>
            <a:ext cx="9350375" cy="0"/>
          </a:xfrm>
          <a:prstGeom prst="line">
            <a:avLst/>
          </a:prstGeom>
          <a:ln w="31750" cap="rnd">
            <a:solidFill>
              <a:srgbClr val="003F43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灯片编号占位符 5"/>
          <p:cNvSpPr>
            <a:spLocks noGrp="1"/>
          </p:cNvSpPr>
          <p:nvPr userDrawn="1">
            <p:custDataLst>
              <p:tags r:id="rId12"/>
            </p:custDataLst>
          </p:nvPr>
        </p:nvSpPr>
        <p:spPr>
          <a:xfrm>
            <a:off x="-12065" y="6492875"/>
            <a:ext cx="5022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zh-CN" altLang="en-US" sz="2000" smtClean="0">
                <a:solidFill>
                  <a:srgbClr val="003F43"/>
                </a:solidFill>
              </a:rPr>
            </a:fld>
            <a:endParaRPr lang="zh-CN" altLang="en-US" sz="2000">
              <a:solidFill>
                <a:srgbClr val="003F4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5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tags" Target="../tags/tag1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tags" Target="../tags/tag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15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75260" y="1662430"/>
            <a:ext cx="12542520" cy="2542540"/>
          </a:xfrm>
          <a:prstGeom prst="rect">
            <a:avLst/>
          </a:prstGeom>
          <a:solidFill>
            <a:srgbClr val="003F4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effectLst/>
              </a:rPr>
              <a:t>工作汇报</a:t>
            </a:r>
            <a:endParaRPr lang="en-US" altLang="zh-CN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7650" y="5213350"/>
            <a:ext cx="26225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张博钧</a:t>
            </a:r>
            <a:endParaRPr lang="en-US" altLang="zh-CN" sz="240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  <a:p>
            <a:r>
              <a:rPr lang="en-US" altLang="zh-CN" sz="240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2025/10/11</a:t>
            </a:r>
            <a:endParaRPr lang="en-US" altLang="zh-CN" sz="240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目录</a:t>
            </a:r>
            <a:endParaRPr lang="en-US" altLang="zh-CN" sz="480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480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/>
          </a:p>
        </p:txBody>
      </p:sp>
      <p:sp>
        <p:nvSpPr>
          <p:cNvPr id="8" name="文本框 7"/>
          <p:cNvSpPr txBox="1"/>
          <p:nvPr/>
        </p:nvSpPr>
        <p:spPr>
          <a:xfrm>
            <a:off x="1297636" y="1655702"/>
            <a:ext cx="86499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Arial" panose="020B0604020202090204" pitchFamily="34" charset="0"/>
              <a:buChar char="•"/>
            </a:pPr>
            <a:r>
              <a:rPr lang="en-US" altLang="zh-CN" sz="4400" dirty="0">
                <a:latin typeface="Times New Roman Regular" panose="02020503050405090304" charset="0"/>
                <a:cs typeface="Times New Roman Regular" panose="02020503050405090304" charset="0"/>
              </a:rPr>
              <a:t>Data prepare</a:t>
            </a:r>
            <a:endParaRPr lang="en-US" altLang="zh-CN" sz="4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914400" indent="-914400">
              <a:buFont typeface="Arial" panose="020B0604020202090204" pitchFamily="34" charset="0"/>
              <a:buChar char="•"/>
            </a:pPr>
            <a:endParaRPr lang="en-US" altLang="zh-CN" sz="4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914400" indent="-914400">
              <a:buFont typeface="Arial" panose="020B0604020202090204" pitchFamily="34" charset="0"/>
              <a:buChar char="•"/>
            </a:pPr>
            <a:r>
              <a:rPr lang="en-US" altLang="zh-CN" sz="4400" dirty="0">
                <a:latin typeface="Times New Roman Regular" panose="02020503050405090304" charset="0"/>
                <a:cs typeface="Times New Roman Regular" panose="02020503050405090304" charset="0"/>
              </a:rPr>
              <a:t>Multi Branch </a:t>
            </a:r>
            <a:r>
              <a:rPr lang="en-US" altLang="zh-CN" sz="4400" dirty="0" err="1">
                <a:latin typeface="Times New Roman Regular" panose="02020503050405090304" charset="0"/>
                <a:cs typeface="Times New Roman Regular" panose="02020503050405090304" charset="0"/>
              </a:rPr>
              <a:t>Transolver</a:t>
            </a:r>
            <a:endParaRPr lang="en-US" altLang="zh-CN" sz="4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914400" indent="-914400">
              <a:buFont typeface="Arial" panose="020B0604020202090204" pitchFamily="34" charset="0"/>
              <a:buChar char="•"/>
            </a:pPr>
            <a:endParaRPr lang="en-US" altLang="zh-CN" sz="4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914400" indent="-914400">
              <a:buFont typeface="Arial" panose="020B0604020202090204" pitchFamily="34" charset="0"/>
              <a:buChar char="•"/>
            </a:pPr>
            <a:r>
              <a:rPr lang="en-US" altLang="zh-CN" sz="4400" dirty="0">
                <a:latin typeface="Times New Roman Regular" panose="02020503050405090304" charset="0"/>
                <a:cs typeface="Times New Roman Regular" panose="02020503050405090304" charset="0"/>
              </a:rPr>
              <a:t>Error locate</a:t>
            </a:r>
            <a:endParaRPr lang="en-US" altLang="zh-CN" sz="4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60350" y="1410335"/>
            <a:ext cx="4345305" cy="3312795"/>
          </a:xfrm>
        </p:spPr>
        <p:txBody>
          <a:bodyPr/>
          <a:lstStyle/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CADdata_loader.py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Volume_data_loader.py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WSSdata_loader.py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Pressure_data_loader.py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Data prepare</a:t>
            </a:r>
            <a:endParaRPr lang="en-US" altLang="zh-CN" sz="480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480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/>
          </a:p>
        </p:txBody>
      </p:sp>
      <p:sp>
        <p:nvSpPr>
          <p:cNvPr id="5" name="文本框 4"/>
          <p:cNvSpPr txBox="1"/>
          <p:nvPr/>
        </p:nvSpPr>
        <p:spPr>
          <a:xfrm>
            <a:off x="5211445" y="1410335"/>
            <a:ext cx="4215130" cy="895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8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CombinedDataset.py</a:t>
            </a:r>
            <a:endParaRPr lang="en-US" altLang="zh-CN" sz="28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indent="457200"/>
            <a:endParaRPr lang="en-US" altLang="zh-CN" sz="28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2" name="图片 1" descr="data_prep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2295525"/>
            <a:ext cx="6276975" cy="3312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17195" y="1276985"/>
            <a:ext cx="2594610" cy="769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Geometry</a:t>
            </a:r>
            <a:endParaRPr lang="en-US" altLang="zh-CN" sz="24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1977" y="1912731"/>
            <a:ext cx="103746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 err="1">
                <a:latin typeface="Times New Roman Regular" panose="02020503050405090304" charset="0"/>
                <a:cs typeface="Times New Roman Regular" panose="02020503050405090304" charset="0"/>
              </a:rPr>
              <a:t>position_embed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 = MLP(</a:t>
            </a:r>
            <a:r>
              <a:rPr lang="en-US" altLang="zh-CN" dirty="0" err="1">
                <a:latin typeface="Times New Roman Regular" panose="02020503050405090304" charset="0"/>
                <a:cs typeface="Times New Roman Regular" panose="02020503050405090304" charset="0"/>
              </a:rPr>
              <a:t>n_dim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=3, </a:t>
            </a:r>
            <a:r>
              <a:rPr lang="en-US" altLang="zh-CN" dirty="0" err="1">
                <a:latin typeface="Times New Roman Regular" panose="02020503050405090304" charset="0"/>
                <a:cs typeface="Times New Roman Regular" panose="02020503050405090304" charset="0"/>
              </a:rPr>
              <a:t>n_hidde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=128, </a:t>
            </a:r>
            <a:r>
              <a:rPr lang="en-US" altLang="zh-CN" dirty="0" err="1">
                <a:latin typeface="Times New Roman Regular" panose="02020503050405090304" charset="0"/>
                <a:cs typeface="Times New Roman Regular" panose="02020503050405090304" charset="0"/>
              </a:rPr>
              <a:t>n_layers</a:t>
            </a: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=8, res=True)</a:t>
            </a:r>
            <a:endParaRPr lang="en-US" altLang="zh-CN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 err="1">
                <a:latin typeface="Times New Roman Regular" panose="02020503050405090304" charset="0"/>
                <a:cs typeface="Times New Roman Regular" panose="02020503050405090304" charset="0"/>
              </a:rPr>
              <a:t>transolver_block.py</a:t>
            </a:r>
            <a:endParaRPr lang="en-US" altLang="zh-CN" dirty="0" err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>
                <a:latin typeface="Times New Roman Regular" panose="02020503050405090304" charset="0"/>
                <a:cs typeface="Times New Roman Regular" panose="02020503050405090304" charset="0"/>
              </a:rPr>
              <a:t>physics_attention.py</a:t>
            </a:r>
            <a:endParaRPr lang="en-US" altLang="zh-CN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图片 2" descr="TransolverB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" y="3151505"/>
            <a:ext cx="11711940" cy="2251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84547" y="1025729"/>
            <a:ext cx="4507453" cy="2016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 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3095" y="1025347"/>
            <a:ext cx="46031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perceiver_block.py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perceiver_attention.py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35756" y="3884946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547" y="1025729"/>
            <a:ext cx="4507453" cy="2016492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330200" y="1906270"/>
            <a:ext cx="6911340" cy="4326255"/>
            <a:chOff x="358226" y="1728312"/>
            <a:chExt cx="6198153" cy="402562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226" y="1728312"/>
              <a:ext cx="6198153" cy="1492026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226" y="3220338"/>
              <a:ext cx="6198153" cy="168642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226" y="4906763"/>
              <a:ext cx="6198153" cy="847171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04455" y="3335655"/>
            <a:ext cx="4487545" cy="1027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28" y="1034545"/>
            <a:ext cx="4347272" cy="20986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96" y="2102304"/>
            <a:ext cx="7573432" cy="332468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3177" y="1180365"/>
            <a:ext cx="557307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transolver_block.py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sharedweights_split_attention.py</a:t>
            </a:r>
            <a:b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sharedweights_cross_attention.py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28" y="1034545"/>
            <a:ext cx="4347272" cy="209868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3292" y="1212115"/>
            <a:ext cx="5573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sharedweights_split_attention.py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29684" y="1765068"/>
            <a:ext cx="8525281" cy="3790647"/>
            <a:chOff x="229684" y="1765068"/>
            <a:chExt cx="8525281" cy="379064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684" y="3566172"/>
              <a:ext cx="8525281" cy="19895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934" y="1937170"/>
              <a:ext cx="6582694" cy="162900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9684" y="1765068"/>
              <a:ext cx="3839111" cy="181000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74940" y="3081020"/>
            <a:ext cx="434721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28" y="1034545"/>
            <a:ext cx="4347272" cy="209868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2022" y="1302285"/>
            <a:ext cx="5573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sharedweights_split_attention.py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12022" y="1879024"/>
            <a:ext cx="7240010" cy="3124637"/>
            <a:chOff x="312022" y="1879024"/>
            <a:chExt cx="7240010" cy="312463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022" y="3917659"/>
              <a:ext cx="6858957" cy="10860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022" y="1879024"/>
              <a:ext cx="7240010" cy="2038635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44790" y="3356610"/>
            <a:ext cx="4347210" cy="485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728" y="1034545"/>
            <a:ext cx="4347272" cy="209868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2022" y="1302285"/>
            <a:ext cx="5573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sharedweights_cross_attention.py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12022" y="1671617"/>
            <a:ext cx="7159189" cy="4534168"/>
            <a:chOff x="260350" y="1675950"/>
            <a:chExt cx="7278116" cy="466656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350" y="1675950"/>
              <a:ext cx="7277820" cy="1675301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350" y="3351251"/>
              <a:ext cx="7278116" cy="2010056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0350" y="5361307"/>
              <a:ext cx="6658904" cy="981212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57135" y="3299460"/>
            <a:ext cx="4714875" cy="515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292" y="1876208"/>
            <a:ext cx="6315956" cy="1552792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MB-</a:t>
            </a:r>
            <a:r>
              <a:rPr lang="en-US" altLang="zh-CN" sz="4800" dirty="0" err="1">
                <a:latin typeface="Times New Roman Regular" panose="02020503050405090304" charset="0"/>
                <a:ea typeface="宋体" charset="0"/>
                <a:cs typeface="Times New Roman Regular" panose="02020503050405090304" charset="0"/>
                <a:sym typeface="+mn-ea"/>
              </a:rPr>
              <a:t>Transolver</a:t>
            </a:r>
            <a:endParaRPr lang="en-US" altLang="zh-CN" sz="4800" dirty="0">
              <a:latin typeface="Times New Roman Regular" panose="02020503050405090304" charset="0"/>
              <a:ea typeface="宋体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189" y="1136489"/>
            <a:ext cx="5097650" cy="17906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73095" y="1266647"/>
            <a:ext cx="4603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tansolver_block.py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Error Locate</a:t>
            </a:r>
            <a:endParaRPr lang="en-US" altLang="zh-CN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16452" y="1869702"/>
            <a:ext cx="77268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体积场数据和面场数据区别太大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MLP 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隐藏层过多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		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pos_embed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编码的方式不同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Rope frequencies 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未使用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Slice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split_attention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corss_attention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的影响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60350" y="113665"/>
            <a:ext cx="1193165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Error Locate</a:t>
            </a:r>
            <a:endParaRPr lang="en-US" altLang="zh-CN" sz="4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6" y="4579884"/>
            <a:ext cx="8724855" cy="14977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6" y="2422493"/>
            <a:ext cx="6595453" cy="21573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52" y="2515985"/>
            <a:ext cx="4105848" cy="16861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888314" y="1965339"/>
            <a:ext cx="2231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Surface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4786" y="1965339"/>
            <a:ext cx="2231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volume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NTQxOWY0NjUxZjY1NjkxMDM4NGZlMWJjZDlhZTM5Nm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WPS 演示</Application>
  <PresentationFormat>宽屏</PresentationFormat>
  <Paragraphs>81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Times New Roman Regular</vt:lpstr>
      <vt:lpstr>宋体</vt:lpstr>
      <vt:lpstr>汉仪书宋二KW</vt:lpstr>
      <vt:lpstr>Times New Roman</vt:lpstr>
      <vt:lpstr>Calibri</vt:lpstr>
      <vt:lpstr>Helvetica Neue</vt:lpstr>
      <vt:lpstr>微软雅黑</vt:lpstr>
      <vt:lpstr>汉仪旗黑</vt:lpstr>
      <vt:lpstr>Arial Unicode MS</vt:lpstr>
      <vt:lpstr>WPS</vt:lpstr>
      <vt:lpstr>工作汇报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亨</cp:lastModifiedBy>
  <cp:revision>173</cp:revision>
  <dcterms:created xsi:type="dcterms:W3CDTF">2025-10-11T01:09:00Z</dcterms:created>
  <dcterms:modified xsi:type="dcterms:W3CDTF">2025-10-11T01:09:00Z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2052-6.11.0.8885</vt:lpwstr>
  </property>
  <property fmtid="{D5CDD505-2E9C-101B-9397-08002B2CF9AE}" pid="3" name="ICV">
    <vt:lpwstr>E3C652C6035AFC7218AFB76887E772E4_43</vt:lpwstr>
  </property>
</Properties>
</file>